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3657600" cy="3657600"/>
          </a:xfrm>
          <a:prstGeom prst="ellipse">
            <a:avLst/>
          </a:prstGeom>
          <a:solidFill>
            <a:srgbClr val="007BC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286000"/>
            <a:ext cx="2286000" cy="2286000"/>
          </a:xfrm>
          <a:prstGeom prst="ellipse">
            <a:avLst/>
          </a:prstGeom>
          <a:solidFill>
            <a:srgbClr val="007BC0">
              <a:lumMod val="8000"/>
              <a:lumOff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C0"/>
                </a:solidFill>
                <a:latin typeface="微软雅黑"/>
              </a:defRPr>
            </a:pPr>
            <a:r>
              <a:t>[品牌口号 / 英文 Slogan]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[公司全称]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9AA8"/>
                </a:solidFill>
                <a:latin typeface="微软雅黑"/>
              </a:defRPr>
            </a:pPr>
            <a:r>
              <a:t>[COMPANY FULL NAME IN ENGLISH]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[年份] 年 公司概况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AA8"/>
                </a:solidFill>
                <a:latin typeface="微软雅黑"/>
              </a:defRPr>
            </a:pPr>
            <a:r>
              <a:t>2026.05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2286000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2A4A"/>
                </a:solidFill>
                <a:latin typeface="微软雅黑"/>
              </a:defRPr>
            </a:pPr>
            <a:r>
              <a:t>我们的志向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Our Mission &amp;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400" b="0">
                <a:solidFill>
                  <a:srgbClr val="2C2C2C"/>
                </a:solidFill>
                <a:latin typeface="微软雅黑"/>
              </a:defRPr>
            </a:pPr>
            <a:r>
              <a:t>[公司使命：用1-2句话描述公司存在的意义和追求的目标]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[公司愿景：未来想成为什么样的企业]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20640"/>
            <a:ext cx="292608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512064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[关键词1]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[一句话描述]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5120640"/>
            <a:ext cx="292608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512064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[关键词2]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[一句话描述]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5120640"/>
            <a:ext cx="292608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512064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[关键词3]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5623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[一句话描述]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公司概况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Company Profile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19456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19456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19456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19456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20624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20624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343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20624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420624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343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206240"/>
            <a:ext cx="320040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0" y="4206240"/>
            <a:ext cx="320040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343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[指标名称]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[英文标签]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2A4A"/>
                </a:solidFill>
                <a:latin typeface="微软雅黑"/>
              </a:defRPr>
            </a:pPr>
            <a:r>
              <a:t>企业核心价值观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Corporate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94560"/>
            <a:ext cx="29260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94560"/>
            <a:ext cx="91440" cy="1463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[价值观1]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[描述文字]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Value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194560"/>
            <a:ext cx="29260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194560"/>
            <a:ext cx="91440" cy="1463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[价值观2]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[描述文字]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37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Value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94560"/>
            <a:ext cx="29260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194560"/>
            <a:ext cx="91440" cy="1463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[价值观3]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[描述文字]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337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Value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023360"/>
            <a:ext cx="29260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023360"/>
            <a:ext cx="91440" cy="1463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[价值观4]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[描述文字]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Value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023360"/>
            <a:ext cx="29260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4023360"/>
            <a:ext cx="91440" cy="1463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[价值观5]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572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[描述文字]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Value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核心业务 /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Core Products &amp;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3200400" cy="320040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200400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[产品/业务1]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[卖点描述1]</a:t>
            </a:r>
            <a:br/>
            <a:r>
              <a:t>[卖点描述2]</a:t>
            </a:r>
            <a:br/>
            <a:r>
              <a:t>[卖点描述3]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Product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029200"/>
            <a:ext cx="2834640" cy="320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[关键参数或标签]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194560"/>
            <a:ext cx="3200400" cy="320040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194560"/>
            <a:ext cx="3200400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[产品/业务2]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[卖点描述1]</a:t>
            </a:r>
            <a:br/>
            <a:r>
              <a:t>[卖点描述2]</a:t>
            </a:r>
            <a:br/>
            <a:r>
              <a:t>[卖点描述3]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Product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5029200"/>
            <a:ext cx="2834640" cy="320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[关键参数或标签]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194560"/>
            <a:ext cx="3200400" cy="320040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194560"/>
            <a:ext cx="3200400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017"/>
                </a:solidFill>
                <a:latin typeface="微软雅黑"/>
              </a:defRPr>
            </a:pPr>
            <a:r>
              <a:t>[产品/业务3]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[卖点描述1]</a:t>
            </a:r>
            <a:br/>
            <a:r>
              <a:t>[卖点描述2]</a:t>
            </a:r>
            <a:br/>
            <a:r>
              <a:t>[卖点描述3]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Product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5029200"/>
            <a:ext cx="2834640" cy="32004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[关键参数或标签]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2A4A"/>
                </a:solidFill>
                <a:latin typeface="微软雅黑"/>
              </a:defRPr>
            </a:pPr>
            <a: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Application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94560"/>
            <a:ext cx="292608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9456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[场景1]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微软雅黑"/>
              </a:defRPr>
            </a:pPr>
            <a:r>
              <a:t>[场景描述1]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94560"/>
            <a:ext cx="292608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19456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[场景2]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微软雅黑"/>
              </a:defRPr>
            </a:pPr>
            <a:r>
              <a:t>[场景描述2]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194560"/>
            <a:ext cx="292608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194560"/>
            <a:ext cx="2926080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C0"/>
                </a:solidFill>
                <a:latin typeface="微软雅黑"/>
              </a:defRPr>
            </a:pPr>
            <a:r>
              <a:t>[场景3]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9260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微软雅黑"/>
              </a:defRPr>
            </a:pPr>
            <a:r>
              <a:t>[场景描述3]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029200"/>
            <a:ext cx="941832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017"/>
                </a:solidFill>
                <a:latin typeface="微软雅黑"/>
              </a:defRPr>
            </a:pPr>
            <a:r>
              <a:t>市场优势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32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[一段话描述公司的市场竞争优势、差异化定位]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资质与认证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Certifications &amp; Patents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484632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[认证/资质1]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[英文名称]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94560"/>
            <a:ext cx="484632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9456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[认证/资质2]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[英文名称]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06240"/>
            <a:ext cx="484632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[认证/资质3]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[英文名称]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89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017"/>
                </a:solidFill>
                <a:latin typeface="微软雅黑"/>
              </a:defRPr>
            </a:pPr>
            <a:r>
              <a:t>[认证/资质4]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[英文名称]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257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[描述]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2A4A"/>
                </a:solidFill>
                <a:latin typeface="微软雅黑"/>
              </a:defRPr>
            </a:pPr>
            <a:r>
              <a:t>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941832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3584448"/>
            <a:ext cx="182880" cy="18288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微软雅黑"/>
              </a:defRPr>
            </a:pPr>
            <a:r>
              <a:t>[年份1]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[里程碑事件1]</a:t>
            </a:r>
          </a:p>
        </p:txBody>
      </p:sp>
      <p:sp>
        <p:nvSpPr>
          <p:cNvPr id="11" name="Oval 10"/>
          <p:cNvSpPr/>
          <p:nvPr/>
        </p:nvSpPr>
        <p:spPr>
          <a:xfrm>
            <a:off x="3886199" y="3584448"/>
            <a:ext cx="182880" cy="18288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微软雅黑"/>
              </a:defRPr>
            </a:pPr>
            <a:r>
              <a:t>[年份2]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[里程碑事件2]</a:t>
            </a:r>
          </a:p>
        </p:txBody>
      </p:sp>
      <p:sp>
        <p:nvSpPr>
          <p:cNvPr id="14" name="Oval 13"/>
          <p:cNvSpPr/>
          <p:nvPr/>
        </p:nvSpPr>
        <p:spPr>
          <a:xfrm>
            <a:off x="5989319" y="3584448"/>
            <a:ext cx="182880" cy="18288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微软雅黑"/>
              </a:defRPr>
            </a:pPr>
            <a:r>
              <a:t>[年份3]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[里程碑事件3]</a:t>
            </a:r>
          </a:p>
        </p:txBody>
      </p:sp>
      <p:sp>
        <p:nvSpPr>
          <p:cNvPr id="17" name="Oval 16"/>
          <p:cNvSpPr/>
          <p:nvPr/>
        </p:nvSpPr>
        <p:spPr>
          <a:xfrm>
            <a:off x="8092439" y="3584448"/>
            <a:ext cx="182880" cy="18288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微软雅黑"/>
              </a:defRPr>
            </a:pPr>
            <a:r>
              <a:t>[年份4]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9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[里程碑事件4]</a:t>
            </a:r>
          </a:p>
        </p:txBody>
      </p:sp>
      <p:sp>
        <p:nvSpPr>
          <p:cNvPr id="20" name="Oval 19"/>
          <p:cNvSpPr/>
          <p:nvPr/>
        </p:nvSpPr>
        <p:spPr>
          <a:xfrm>
            <a:off x="10195560" y="3584448"/>
            <a:ext cx="182880" cy="18288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C0"/>
                </a:solidFill>
                <a:latin typeface="微软雅黑"/>
              </a:defRPr>
            </a:pPr>
            <a:r>
              <a:t>[年份5]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微软雅黑"/>
              </a:defRPr>
            </a:pPr>
            <a:r>
              <a:t>[里程碑事件5]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全球布局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Global Presence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[标签1]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[标签2]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[标签3]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微软雅黑"/>
              </a:defRPr>
            </a:pPr>
            <a:r>
              <a:t>[数字]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[标签4]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9AA8"/>
                </a:solidFill>
                <a:latin typeface="微软雅黑"/>
              </a:defRPr>
            </a:pPr>
            <a:r>
              <a:t>[描述]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572000"/>
            <a:ext cx="2926080" cy="11887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[分部/办事处1]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BC0"/>
                </a:solidFill>
                <a:latin typeface="微软雅黑"/>
              </a:defRPr>
            </a:pPr>
            <a:r>
              <a:t>[地点]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AA8"/>
                </a:solidFill>
                <a:latin typeface="微软雅黑"/>
              </a:defRPr>
            </a:pPr>
            <a:r>
              <a:t>[业务描述]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572000"/>
            <a:ext cx="2926080" cy="11887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[分部/办事处2]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BC0"/>
                </a:solidFill>
                <a:latin typeface="微软雅黑"/>
              </a:defRPr>
            </a:pPr>
            <a:r>
              <a:t>[地点]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AA8"/>
                </a:solidFill>
                <a:latin typeface="微软雅黑"/>
              </a:defRPr>
            </a:pPr>
            <a:r>
              <a:t>[业务描述]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572000"/>
            <a:ext cx="2926080" cy="1188720"/>
          </a:xfrm>
          <a:prstGeom prst="rect">
            <a:avLst/>
          </a:prstGeom>
          <a:solidFill>
            <a:srgbClr val="23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[分部/办事处3]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BC0"/>
                </a:solidFill>
                <a:latin typeface="微软雅黑"/>
              </a:defRPr>
            </a:pPr>
            <a:r>
              <a:t>[地点]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9AA8"/>
                </a:solidFill>
                <a:latin typeface="微软雅黑"/>
              </a:defRPr>
            </a:pPr>
            <a:r>
              <a:t>[业务描述]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📞  电话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43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[联系电话]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📧  邮箱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29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[联系邮箱]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🌐  网址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[公司网站]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C0"/>
                </a:solidFill>
                <a:latin typeface="微软雅黑"/>
              </a:defRPr>
            </a:pPr>
            <a:r>
              <a:t>📍  地址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00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[公司注册地址]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2286000" cy="4572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