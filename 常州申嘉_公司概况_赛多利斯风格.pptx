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ED6"/>
                </a:solidFill>
                <a:latin typeface="微软雅黑"/>
              </a:defRPr>
            </a:pPr>
            <a:r>
              <a:t>专注品质 · 专业制造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2026 年 常州申嘉金属制品有限公司概况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B0C0"/>
                </a:solidFill>
                <a:latin typeface="微软雅黑"/>
              </a:defRPr>
            </a:pPr>
            <a:r>
              <a:t>CHANGZHOU SHENJIA METAL PRODUCTS CO., LTD.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6217920"/>
            <a:ext cx="18288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B2A4A"/>
                </a:solidFill>
                <a:latin typeface="微软雅黑"/>
              </a:defRPr>
            </a:pPr>
            <a:r>
              <a:t>我们的志向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微软雅黑"/>
              </a:defRPr>
            </a:pPr>
            <a:r>
              <a:t>Our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377440"/>
            <a:ext cx="27432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600" b="0">
                <a:solidFill>
                  <a:srgbClr val="2D3748"/>
                </a:solidFill>
                <a:latin typeface="微软雅黑"/>
              </a:defRPr>
            </a:pPr>
            <a:r>
              <a:t>我们致力于生产高品质的不锈钢、铝制及冷凝排烟管道产品，</a:t>
            </a:r>
          </a:p>
          <a:p>
            <a:pPr algn="l">
              <a:spcAft>
                <a:spcPts val="1400"/>
              </a:spcAft>
              <a:defRPr sz="2600" b="0">
                <a:solidFill>
                  <a:srgbClr val="2D3748"/>
                </a:solidFill>
                <a:latin typeface="微软雅黑"/>
              </a:defRPr>
            </a:pPr>
            <a:r>
              <a:t>通过先进的制造工艺与创新技术，为客户的厨房排烟</a:t>
            </a:r>
          </a:p>
          <a:p>
            <a:pPr algn="l">
              <a:spcAft>
                <a:spcPts val="1400"/>
              </a:spcAft>
              <a:defRPr sz="2600" b="0">
                <a:solidFill>
                  <a:srgbClr val="2D3748"/>
                </a:solidFill>
                <a:latin typeface="微软雅黑"/>
              </a:defRPr>
            </a:pPr>
            <a:r>
              <a:t>和新风通风系统提供安全、可靠、高效的解决方案。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8ED6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常州申嘉 2026 年概况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多年深耕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专注金属排烟管行业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Years of Experience  | 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01168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多项认证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质量管理体系认证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Quality Certification  |  ISO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01168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01168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实用新型专利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防脱节等核心技术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Utility Model Patent  |  专利保障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93192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93192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全尺寸覆盖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口径80-350mm 长度1-5m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Full Specifications  |  80-350mm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93192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393192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三大品类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不锈钢 / 铝制 / 冷凝管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3 Core Products  |  多材质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931920"/>
            <a:ext cx="3200400" cy="15544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3931920"/>
            <a:ext cx="32004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040"/>
                </a:solidFill>
                <a:latin typeface="微软雅黑"/>
              </a:defRPr>
            </a:pPr>
            <a:r>
              <a:t>配套灵活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可选配钢头 / 塑料接头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微软雅黑"/>
              </a:defRPr>
            </a:pPr>
            <a:r>
              <a:t>Flexible Accessories  |  便捷安装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企业核心价值观连接团队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36576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008ED6"/>
                </a:solidFill>
                <a:latin typeface="微软雅黑"/>
              </a:defRPr>
            </a:pPr>
            <a:r>
              <a:t>品质为本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以质量管理为基石</a:t>
            </a:r>
            <a:br/>
            <a:r>
              <a:t>产品通过体系认证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008ED6"/>
                </a:solidFill>
                <a:latin typeface="微软雅黑"/>
              </a:defRPr>
            </a:pPr>
            <a:r>
              <a:t>持续创新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防脱节设计填补行业空白</a:t>
            </a:r>
            <a:br/>
            <a:r>
              <a:t>不断优化工艺与结构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008ED6"/>
                </a:solidFill>
                <a:latin typeface="微软雅黑"/>
              </a:defRPr>
            </a:pPr>
            <a:r>
              <a:t>客户至上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以客户需求为导向</a:t>
            </a:r>
            <a:br/>
            <a:r>
              <a:t>提供安全可靠的方案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008ED6"/>
                </a:solidFill>
                <a:latin typeface="微软雅黑"/>
              </a:defRPr>
            </a:pPr>
            <a:r>
              <a:t>专业专注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深耕金属排烟管领域</a:t>
            </a:r>
            <a:br/>
            <a:r>
              <a:t>专业生产三大品类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008ED6"/>
                </a:solidFill>
                <a:latin typeface="微软雅黑"/>
              </a:defRPr>
            </a:pPr>
            <a:r>
              <a:t>合作共赢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与客户建立长期互信</a:t>
            </a:r>
            <a:br/>
            <a:r>
              <a:t>共享发展成果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943600"/>
            <a:ext cx="10058400" cy="64008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微软雅黑"/>
              </a:defRPr>
            </a:pPr>
            <a:r>
              <a:t>内部晋升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217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040"/>
                </a:solidFill>
                <a:latin typeface="微软雅黑"/>
              </a:defRPr>
            </a:pPr>
            <a: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微软雅黑"/>
              </a:defRPr>
            </a:pPr>
            <a:r>
              <a:t>女性员工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217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040"/>
                </a:solidFill>
                <a:latin typeface="微软雅黑"/>
              </a:defRPr>
            </a:pPr>
            <a:r>
              <a:t>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微软雅黑"/>
              </a:defRPr>
            </a:pPr>
            <a:r>
              <a:t>40岁以下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217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040"/>
                </a:solidFill>
                <a:latin typeface="微软雅黑"/>
              </a:defRPr>
            </a:pPr>
            <a:r>
              <a:t>39%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核心产品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0"/>
                </a:solidFill>
                <a:latin typeface="微软雅黑"/>
              </a:defRPr>
            </a:pPr>
            <a:r>
              <a:t>Core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27432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3200400" cy="34747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3200400" cy="64008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040"/>
                </a:solidFill>
                <a:latin typeface="微软雅黑"/>
              </a:defRPr>
            </a:pPr>
            <a:r>
              <a:t>纯铝伸缩管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先进焊接工艺：牢固连接，拉扯不脱节</a:t>
            </a:r>
            <a:br/>
            <a:r>
              <a:t>• 结构优化：增强抗拉强度，使用更可靠</a:t>
            </a:r>
            <a:br/>
            <a:r>
              <a:t>• 行业创新：填补不脱节空白，树立新标准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Pure Aluminum Telescopic Tube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212080"/>
            <a:ext cx="2834640" cy="32004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03120"/>
            <a:ext cx="3200400" cy="34747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103120"/>
            <a:ext cx="3200400" cy="64008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040"/>
                </a:solidFill>
                <a:latin typeface="微软雅黑"/>
              </a:defRPr>
            </a:pPr>
            <a:r>
              <a:t>不锈钢排烟管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耐腐蚀：纯铝材质，特殊涂层</a:t>
            </a:r>
            <a:br/>
            <a:r>
              <a:t>• 防渗漏：密封性强，运行无渗漏</a:t>
            </a:r>
            <a:br/>
            <a:r>
              <a:t>• 耐高低温：适应极端环境，性能稳定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Stainless Steel Exhaust Pipe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5212080"/>
            <a:ext cx="2834640" cy="32004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103120"/>
            <a:ext cx="3200400" cy="34747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103120"/>
            <a:ext cx="3200400" cy="64008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C040"/>
                </a:solidFill>
                <a:latin typeface="微软雅黑"/>
              </a:defRPr>
            </a:pPr>
            <a:r>
              <a:t>冷凝排烟管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17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高效冷凝：节能环保</a:t>
            </a:r>
            <a:br/>
            <a:r>
              <a:t>• 密封性好：运行稳定</a:t>
            </a:r>
            <a:br/>
            <a:r>
              <a:t>• 适配冷凝锅炉：多种场景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0C0"/>
                </a:solidFill>
                <a:latin typeface="微软雅黑"/>
              </a:defRPr>
            </a:pPr>
            <a:r>
              <a:t>Condensing Exhaust Pipe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5212080"/>
            <a:ext cx="2834640" cy="32004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B2A4A"/>
                </a:solidFill>
                <a:latin typeface="微软雅黑"/>
              </a:defRPr>
            </a:pPr>
            <a: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微软雅黑"/>
              </a:defRPr>
            </a:pPr>
            <a:r>
              <a:t>Application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011680"/>
            <a:ext cx="27432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2468880"/>
            <a:ext cx="292608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2468880"/>
            <a:ext cx="2926080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008ED6"/>
                </a:solidFill>
                <a:latin typeface="微软雅黑"/>
              </a:defRPr>
            </a:pPr>
            <a:r>
              <a:t>吸油烟机排烟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3748"/>
                </a:solidFill>
                <a:latin typeface="微软雅黑"/>
              </a:defRPr>
            </a:pPr>
            <a:r>
              <a:t>高效排烟，确保厨房空气清新。</a:t>
            </a:r>
            <a:br/>
            <a:r>
              <a:t>纯铝材质耐腐蚀，使用寿命长久。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468880"/>
            <a:ext cx="292608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468880"/>
            <a:ext cx="2926080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008ED6"/>
                </a:solidFill>
                <a:latin typeface="微软雅黑"/>
              </a:defRPr>
            </a:pPr>
            <a:r>
              <a:t>新风系统通气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3748"/>
                </a:solidFill>
                <a:latin typeface="微软雅黑"/>
              </a:defRPr>
            </a:pPr>
            <a:r>
              <a:t>稳定通风，保障室内空气质量。</a:t>
            </a:r>
            <a:br/>
            <a:r>
              <a:t>结构稳固，伸缩平稳无噪音。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468880"/>
            <a:ext cx="292608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2926080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008ED6"/>
                </a:solidFill>
                <a:latin typeface="微软雅黑"/>
              </a:defRPr>
            </a:pPr>
            <a:r>
              <a:t>冷凝锅炉配套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3748"/>
                </a:solidFill>
                <a:latin typeface="微软雅黑"/>
              </a:defRPr>
            </a:pPr>
            <a:r>
              <a:t>适配冷凝锅炉排烟需求。</a:t>
            </a:r>
            <a:br/>
            <a:r>
              <a:t>密封防渗漏，运行安全可靠。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394960"/>
            <a:ext cx="941832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532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040"/>
                </a:solidFill>
                <a:latin typeface="微软雅黑"/>
              </a:defRPr>
            </a:pPr>
            <a:r>
              <a:t>市场优势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897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作为铝伸缩管行业的创新之作，常州申嘉纯铝伸缩管凭借独特的防脱节设计和卓越的性能，彻底颠覆了传统铝伸缩管的使用体验，为用户提供了一个安全、可靠、高效的新选择。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资质与认证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0"/>
                </a:solidFill>
                <a:latin typeface="微软雅黑"/>
              </a:defRPr>
            </a:pPr>
            <a:r>
              <a:t>Certifications &amp; Patents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27432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4846320" cy="16459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4846320" cy="45720"/>
          </a:xfrm>
          <a:prstGeom prst="rect">
            <a:avLst/>
          </a:prstGeom>
          <a:solidFill>
            <a:srgbClr val="E8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040"/>
                </a:solidFill>
                <a:latin typeface="微软雅黑"/>
              </a:defRPr>
            </a:pPr>
            <a:r>
              <a:t>质量管理体系认证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微软雅黑"/>
              </a:defRPr>
            </a:pPr>
            <a:r>
              <a:t>QUALITY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通过体系认证，确保产品质量一致性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94560"/>
            <a:ext cx="4846320" cy="16459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4846320" cy="45720"/>
          </a:xfrm>
          <a:prstGeom prst="rect">
            <a:avLst/>
          </a:prstGeom>
          <a:solidFill>
            <a:srgbClr val="E8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040"/>
                </a:solidFill>
                <a:latin typeface="微软雅黑"/>
              </a:defRPr>
            </a:pPr>
            <a:r>
              <a:t>实用新型专利 — 防脱节设计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微软雅黑"/>
              </a:defRPr>
            </a:pPr>
            <a:r>
              <a:t>Utility Model Patent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先进焊接工艺，牢固连接，拉扯不脱节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06240"/>
            <a:ext cx="4846320" cy="16459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4846320" cy="45720"/>
          </a:xfrm>
          <a:prstGeom prst="rect">
            <a:avLst/>
          </a:prstGeom>
          <a:solidFill>
            <a:srgbClr val="E8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040"/>
                </a:solidFill>
                <a:latin typeface="微软雅黑"/>
              </a:defRPr>
            </a:pPr>
            <a:r>
              <a:t>实用新型专利 — 结构优化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微软雅黑"/>
              </a:defRPr>
            </a:pPr>
            <a:r>
              <a:t>Utility Model Patent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增强抗拉强度，使用更可靠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solidFill>
            <a:srgbClr val="22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4846320" cy="45720"/>
          </a:xfrm>
          <a:prstGeom prst="rect">
            <a:avLst/>
          </a:prstGeom>
          <a:solidFill>
            <a:srgbClr val="E8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040"/>
                </a:solidFill>
                <a:latin typeface="微软雅黑"/>
              </a:defRPr>
            </a:pPr>
            <a:r>
              <a:t>行业创新标准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微软雅黑"/>
              </a:defRPr>
            </a:pPr>
            <a:r>
              <a:t>Industry 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257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填补不脱节技术空白，树立行业新标杆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0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743200" cy="36576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ED6"/>
                </a:solidFill>
                <a:latin typeface="微软雅黑"/>
              </a:defRPr>
            </a:pPr>
            <a:r>
              <a:t>📞  电话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43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18115023070  /  13057171394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ED6"/>
                </a:solidFill>
                <a:latin typeface="微软雅黑"/>
              </a:defRPr>
            </a:pPr>
            <a:r>
              <a:t>📧  邮箱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29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czshenjia@163.com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ED6"/>
                </a:solidFill>
                <a:latin typeface="微软雅黑"/>
              </a:defRPr>
            </a:pPr>
            <a:r>
              <a:t>🌐  网址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www.jscz-zm.com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ED6"/>
                </a:solidFill>
                <a:latin typeface="微软雅黑"/>
              </a:defRPr>
            </a:pPr>
            <a:r>
              <a:t>📍  地址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00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江苏省常州市金坛经济开发区兴辰路8号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6217920"/>
            <a:ext cx="1828800" cy="45720"/>
          </a:xfrm>
          <a:prstGeom prst="rect">
            <a:avLst/>
          </a:prstGeom>
          <a:solidFill>
            <a:srgbClr val="00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