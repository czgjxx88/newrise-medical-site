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专业制造 · 品质为先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常州申嘉金属制品有限公司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CHANGZHOU SHENJIA METAL PRODUCTS CO.,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微软雅黑"/>
              </a:defRPr>
            </a:pPr>
            <a:r>
              <a:t>2026 年 公司概况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8288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B3C"/>
                </a:solidFill>
                <a:latin typeface="微软雅黑"/>
              </a:defRPr>
            </a:pPr>
            <a:r>
              <a:t>我们的志向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Our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46888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t>我们致力于生产高品质的不锈钢、铝制及冷凝排烟管道产品，</a:t>
            </a:r>
          </a:p>
          <a:p>
            <a:pPr>
              <a:spcAft>
                <a:spcPts val="1600"/>
              </a:spcAft>
              <a:defRPr sz="2600">
                <a:solidFill>
                  <a:srgbClr val="333333"/>
                </a:solidFill>
                <a:latin typeface="微软雅黑"/>
              </a:defRPr>
            </a:pPr>
            <a:r>
              <a:t>通过专业的制造工艺与创新技术，为客户的厨房排烟和新风通风系统</a:t>
            </a:r>
          </a:p>
          <a:p>
            <a:pPr>
              <a:defRPr sz="2600">
                <a:solidFill>
                  <a:srgbClr val="333333"/>
                </a:solidFill>
                <a:latin typeface="微软雅黑"/>
              </a:defRPr>
            </a:pPr>
            <a:r>
              <a:t>提供安全、可靠、高效的解决方案。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86400"/>
            <a:ext cx="2926080" cy="10972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专业制造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989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专注排烟管</a:t>
            </a:r>
            <a:br/>
            <a:r>
              <a:t>领域深耕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5486400"/>
            <a:ext cx="2926080" cy="10972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品质为先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89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质量体系认证</a:t>
            </a:r>
            <a:br/>
            <a:r>
              <a:t>专利保障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5486400"/>
            <a:ext cx="2926080" cy="109728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客户至上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989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安全可靠的</a:t>
            </a:r>
            <a:br/>
            <a:r>
              <a:t>产品交付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常州申嘉概况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Company Profile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成立多年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深耕排烟管行业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Years of Experience: 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6032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56032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多项认证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质量管理体系 + 实用新型专利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Certifications: ISO / Patent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56032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专业生产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不锈钢 / 铝制 / 冷凝排烟管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Core Products: 3 大品类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57200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规格齐全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口径80-350mm / 长度1-5米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Specifications: 全尺寸覆盖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57200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57200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配套灵活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可选配钢头 / 塑料接头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Accessories: 便捷安装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72000"/>
            <a:ext cx="320040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57200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创新突破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防脱节设计填补行业空白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Innovation: 行业领先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2B3C"/>
                </a:solidFill>
                <a:latin typeface="微软雅黑"/>
              </a:defRPr>
            </a:pPr>
            <a:r>
              <a:t>企业核心价值观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Corporate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2926080" cy="14630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91440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  <a:latin typeface="微软雅黑"/>
              </a:defRPr>
            </a:pPr>
            <a:r>
              <a:t>品质为本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63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以质量管理为基石，每项产品均通过体系认证，用专利保障品质。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Quality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468880"/>
            <a:ext cx="2926080" cy="14630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468880"/>
            <a:ext cx="91440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  <a:latin typeface="微软雅黑"/>
              </a:defRPr>
            </a:pPr>
            <a:r>
              <a:t>持续创新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063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防脱节设计填补行业空白，不断优化焊接工艺与产品结构。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468880"/>
            <a:ext cx="2926080" cy="14630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468880"/>
            <a:ext cx="91440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  <a:latin typeface="微软雅黑"/>
              </a:defRPr>
            </a:pPr>
            <a:r>
              <a:t>客户至上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3063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以客户需求为导向，提供安全、可靠、高效的排烟通风方案。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657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Customer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97680"/>
            <a:ext cx="2926080" cy="14630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297680"/>
            <a:ext cx="91440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  <a:latin typeface="微软雅黑"/>
              </a:defRPr>
            </a:pPr>
            <a:r>
              <a:t>专业专注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92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深耕金属排烟管领域，专业生产不锈钢、铝制、冷凝排烟管道。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Professionalism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297680"/>
            <a:ext cx="2926080" cy="146304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4297680"/>
            <a:ext cx="91440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  <a:latin typeface="微软雅黑"/>
              </a:defRPr>
            </a:pPr>
            <a:r>
              <a:t>合作共赢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892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与客户、合作伙伴建立长期互信关系，共享发展成果。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Win-Win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核心产品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Core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200400" cy="320040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2004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微软雅黑"/>
              </a:defRPr>
            </a:pPr>
            <a:r>
              <a:t>纯铝伸缩管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防脱节设计 · 焊接牢固</a:t>
            </a:r>
            <a:br/>
            <a:r>
              <a:t>超强稳定性 · 伸缩静音</a:t>
            </a:r>
            <a:br/>
            <a:r>
              <a:t>耐高温低温 · 防渗漏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Pure Aluminum</a:t>
            </a:r>
            <a:br/>
            <a:r>
              <a:t>Telescopic Tube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29200"/>
            <a:ext cx="283464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286000"/>
            <a:ext cx="3200400" cy="320040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286000"/>
            <a:ext cx="32004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微软雅黑"/>
              </a:defRPr>
            </a:pPr>
            <a:r>
              <a:t>不锈钢排烟管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耐腐蚀 · 使用寿命长</a:t>
            </a:r>
            <a:br/>
            <a:r>
              <a:t>高强度 · 安全可靠</a:t>
            </a:r>
            <a:br/>
            <a:r>
              <a:t>适用多种场景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Stainless Steel</a:t>
            </a:r>
            <a:br/>
            <a:r>
              <a:t>Exhaust Pipe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5029200"/>
            <a:ext cx="283464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286000"/>
            <a:ext cx="3200400" cy="320040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286000"/>
            <a:ext cx="32004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7"/>
                </a:solidFill>
                <a:latin typeface="微软雅黑"/>
              </a:defRPr>
            </a:pPr>
            <a:r>
              <a:t>冷凝排烟管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高效冷凝 · 节能环保</a:t>
            </a:r>
            <a:br/>
            <a:r>
              <a:t>密封性好 · 运行稳定</a:t>
            </a:r>
            <a:br/>
            <a:r>
              <a:t>适配冷凝锅炉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Condensing</a:t>
            </a:r>
            <a:br/>
            <a:r>
              <a:t>Exhaust Pipe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5029200"/>
            <a:ext cx="283464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口径 80-350mm  |  长度 1-5m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2B3C"/>
                </a:solidFill>
                <a:latin typeface="微软雅黑"/>
              </a:defRPr>
            </a:pPr>
            <a: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Application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2926080" cy="2743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29260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吸油烟机排烟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高效排烟，确保厨房空气清新。</a:t>
            </a:r>
            <a:br/>
            <a:r>
              <a:t>纯铝材质耐腐蚀，使用寿命长久。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468880"/>
            <a:ext cx="2926080" cy="2743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468880"/>
            <a:ext cx="29260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新风系统通气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稳定通风，保障室内空气质量。</a:t>
            </a:r>
            <a:br/>
            <a:r>
              <a:t>结构稳固，伸缩平稳无噪音。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468880"/>
            <a:ext cx="2926080" cy="2743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468880"/>
            <a:ext cx="292608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冷凝锅炉配套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适配冷凝锅炉排烟需求。</a:t>
            </a:r>
            <a:br/>
            <a:r>
              <a:t>密封防渗漏，运行安全可靠。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486400"/>
            <a:ext cx="9418320" cy="10972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623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7"/>
                </a:solidFill>
                <a:latin typeface="微软雅黑"/>
              </a:defRPr>
            </a:pPr>
            <a:r>
              <a:t>市场优势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989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作为铝伸缩管行业的创新之作，申嘉纯铝伸缩管凭借独特的防脱节设计和卓越性能，彻底颠覆传统使用体验，为用户提供安全、可靠、高效的新选择。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资质与认证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微软雅黑"/>
              </a:defRPr>
            </a:pPr>
            <a:r>
              <a:t>Certifications &amp; Patents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84632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质量管理体系认证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QUALITY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通过体系认证，确保产品质量一致性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484632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实用新型专利 — 防脱节设计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Utility Model Patent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37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先进焊接工艺，牢固连接，拉扯不脱节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97680"/>
            <a:ext cx="484632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29768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实用新型专利 — 结构优化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Utility Model Patent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增强抗拉强度，使用更可靠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4846320" cy="164592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行业创新标准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Industry 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填补不脱节技术空白，树立行业新标杆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743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📞  电话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18115023070  /  13057171394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📧  邮箱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czshenjia@163.com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🌐  网址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89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www.jscz-zm.com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微软雅黑"/>
              </a:defRPr>
            </a:pPr>
            <a:r>
              <a:t>📍  地址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120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江苏省常州市金坛经济开发区兴辰路8号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18288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